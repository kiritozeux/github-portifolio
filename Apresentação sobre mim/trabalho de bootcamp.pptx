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376C5D-99B3-4FA9-96A6-C79E2716D7AF}">
  <a:tblStyle styleId="{3E376C5D-99B3-4FA9-96A6-C79E2716D7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1C7078C-FA06-4C13-AE06-A9545044EF4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7ab2cd0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47ab2cd0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4c5a6c8ff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4c5a6c8ff6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techstartup-osc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9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389400" y="3946400"/>
            <a:ext cx="30414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title="techstartup-osc.jpg"/>
          <p:cNvPicPr preferRelativeResize="0"/>
          <p:nvPr/>
        </p:nvPicPr>
        <p:blipFill rotWithShape="1">
          <a:blip r:embed="rId2">
            <a:alphaModFix/>
          </a:blip>
          <a:srcRect t="31125" r="311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13225" y="3585200"/>
            <a:ext cx="77178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499725"/>
            <a:ext cx="1267500" cy="684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 title="techstartup-osc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title="techstartup-osc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2" name="Google Shape;32;p7"/>
          <p:cNvSpPr txBox="1">
            <a:spLocks noGrp="1"/>
          </p:cNvSpPr>
          <p:nvPr>
            <p:ph type="subTitle" idx="1"/>
          </p:nvPr>
        </p:nvSpPr>
        <p:spPr>
          <a:xfrm>
            <a:off x="4928800" y="1475100"/>
            <a:ext cx="3501900" cy="21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811975" y="539488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>
            <a:spLocks noGrp="1"/>
          </p:cNvSpPr>
          <p:nvPr>
            <p:ph type="pic" idx="2"/>
          </p:nvPr>
        </p:nvSpPr>
        <p:spPr>
          <a:xfrm>
            <a:off x="1" y="1476775"/>
            <a:ext cx="4294800" cy="366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 title="techstartup-osc.jpg"/>
          <p:cNvPicPr preferRelativeResize="0"/>
          <p:nvPr/>
        </p:nvPicPr>
        <p:blipFill rotWithShape="1">
          <a:blip r:embed="rId2">
            <a:alphaModFix/>
          </a:blip>
          <a:srcRect t="31125" r="311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 title="techstartup-osc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title="techstartup-osc2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3686400" cy="6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2" hasCustomPrompt="1"/>
          </p:nvPr>
        </p:nvSpPr>
        <p:spPr>
          <a:xfrm>
            <a:off x="4494552" y="1951075"/>
            <a:ext cx="1013400" cy="62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3" hasCustomPrompt="1"/>
          </p:nvPr>
        </p:nvSpPr>
        <p:spPr>
          <a:xfrm>
            <a:off x="4494552" y="3306275"/>
            <a:ext cx="1013400" cy="62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4" hasCustomPrompt="1"/>
          </p:nvPr>
        </p:nvSpPr>
        <p:spPr>
          <a:xfrm>
            <a:off x="4494552" y="2628675"/>
            <a:ext cx="1013400" cy="62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5" hasCustomPrompt="1"/>
          </p:nvPr>
        </p:nvSpPr>
        <p:spPr>
          <a:xfrm>
            <a:off x="4494552" y="3983875"/>
            <a:ext cx="1013400" cy="62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5559775" y="1951088"/>
            <a:ext cx="2871000" cy="6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6"/>
          </p:nvPr>
        </p:nvSpPr>
        <p:spPr>
          <a:xfrm>
            <a:off x="5559775" y="2628688"/>
            <a:ext cx="2871000" cy="6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7"/>
          </p:nvPr>
        </p:nvSpPr>
        <p:spPr>
          <a:xfrm>
            <a:off x="5559775" y="3306288"/>
            <a:ext cx="2871000" cy="6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8"/>
          </p:nvPr>
        </p:nvSpPr>
        <p:spPr>
          <a:xfrm>
            <a:off x="5559775" y="3983888"/>
            <a:ext cx="2871000" cy="6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0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techstartup-osc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3" name="Google Shape;63;p14"/>
          <p:cNvSpPr txBox="1">
            <a:spLocks noGrp="1"/>
          </p:cNvSpPr>
          <p:nvPr>
            <p:ph type="subTitle" idx="1"/>
          </p:nvPr>
        </p:nvSpPr>
        <p:spPr>
          <a:xfrm>
            <a:off x="4928800" y="1475100"/>
            <a:ext cx="3501900" cy="21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811975" y="539500"/>
            <a:ext cx="761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>
            <a:spLocks noGrp="1"/>
          </p:cNvSpPr>
          <p:nvPr>
            <p:ph type="pic" idx="2"/>
          </p:nvPr>
        </p:nvSpPr>
        <p:spPr>
          <a:xfrm>
            <a:off x="1" y="1476775"/>
            <a:ext cx="4294800" cy="3666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techstartup-osc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762679" y="794675"/>
            <a:ext cx="7618500" cy="69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4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85049" y="2398525"/>
            <a:ext cx="5196300" cy="19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techstartup-osc6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 title="techstartup-osc4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3" title="techstartup-osc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  <p:sldLayoutId id="2147483661" r:id="rId11"/>
    <p:sldLayoutId id="2147483663" r:id="rId12"/>
    <p:sldLayoutId id="2147483668" r:id="rId13"/>
    <p:sldLayoutId id="2147483669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>
            <a:spLocks noGrp="1"/>
          </p:cNvSpPr>
          <p:nvPr>
            <p:ph type="subTitle" idx="1"/>
          </p:nvPr>
        </p:nvSpPr>
        <p:spPr>
          <a:xfrm>
            <a:off x="5481942" y="3991554"/>
            <a:ext cx="3212808" cy="14026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Arthur Sousa Bizerra</a:t>
            </a:r>
            <a:endParaRPr sz="2800" dirty="0"/>
          </a:p>
        </p:txBody>
      </p:sp>
      <p:sp>
        <p:nvSpPr>
          <p:cNvPr id="128" name="Google Shape;128;p28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9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Minhas habilidades</a:t>
            </a:r>
            <a:endParaRPr sz="4800" dirty="0"/>
          </a:p>
        </p:txBody>
      </p:sp>
      <p:cxnSp>
        <p:nvCxnSpPr>
          <p:cNvPr id="130" name="Google Shape;130;p28"/>
          <p:cNvCxnSpPr/>
          <p:nvPr/>
        </p:nvCxnSpPr>
        <p:spPr>
          <a:xfrm>
            <a:off x="449250" y="4777623"/>
            <a:ext cx="82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 txBox="1">
            <a:spLocks noGrp="1"/>
          </p:cNvSpPr>
          <p:nvPr>
            <p:ph type="title"/>
          </p:nvPr>
        </p:nvSpPr>
        <p:spPr>
          <a:xfrm>
            <a:off x="728798" y="3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Syne SemiBold"/>
                <a:ea typeface="Syne SemiBold"/>
                <a:cs typeface="Syne SemiBold"/>
                <a:sym typeface="Syne SemiBold"/>
              </a:rPr>
              <a:t>Gosto muito de aprender coisas novas </a:t>
            </a:r>
            <a:br>
              <a:rPr lang="en" b="0" dirty="0">
                <a:latin typeface="Syne SemiBold"/>
                <a:ea typeface="Syne SemiBold"/>
                <a:cs typeface="Syne SemiBold"/>
                <a:sym typeface="Syne SemiBold"/>
              </a:rPr>
            </a:br>
            <a:endParaRPr b="0" dirty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804BB89-F4C8-DB9F-62FE-2EFA67443331}"/>
              </a:ext>
            </a:extLst>
          </p:cNvPr>
          <p:cNvSpPr txBox="1"/>
          <p:nvPr/>
        </p:nvSpPr>
        <p:spPr>
          <a:xfrm>
            <a:off x="993422" y="1399822"/>
            <a:ext cx="55767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/>
                </a:solidFill>
              </a:rPr>
              <a:t>Comecei a fazer um cursinho para ter mais experiências no meu currículo. Tenho facilidade em aprender novos conteúdos e me adaptar rapidamente a diferentes situações.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6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DFFAF88-0780-482D-1C27-537424150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777" y="2789572"/>
            <a:ext cx="5302126" cy="16344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>
            <a:spLocks noGrp="1"/>
          </p:cNvSpPr>
          <p:nvPr>
            <p:ph type="title"/>
          </p:nvPr>
        </p:nvSpPr>
        <p:spPr>
          <a:xfrm>
            <a:off x="407816" y="342900"/>
            <a:ext cx="4306138" cy="13944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Tenho uma boa comunicação </a:t>
            </a:r>
            <a:endParaRPr dirty="0"/>
          </a:p>
        </p:txBody>
      </p:sp>
      <p:sp>
        <p:nvSpPr>
          <p:cNvPr id="17" name="Subtítulo 16">
            <a:extLst>
              <a:ext uri="{FF2B5EF4-FFF2-40B4-BE49-F238E27FC236}">
                <a16:creationId xmlns:a16="http://schemas.microsoft.com/office/drawing/2014/main" id="{1C557740-3003-1AEB-19AB-3753F8AF0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05319"/>
            <a:ext cx="4087145" cy="1900822"/>
          </a:xfrm>
        </p:spPr>
        <p:txBody>
          <a:bodyPr/>
          <a:lstStyle/>
          <a:p>
            <a:r>
              <a:rPr lang="pt-BR" dirty="0"/>
              <a:t>Eu converso muito bem com as pessoas em questão de equipe, ou até fora de equipe mesmo.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7FB41D12-7816-158E-80D1-E62A3C95A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614" y="2566811"/>
            <a:ext cx="4474386" cy="25766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>
            <a:spLocks noGrp="1"/>
          </p:cNvSpPr>
          <p:nvPr>
            <p:ph type="title"/>
          </p:nvPr>
        </p:nvSpPr>
        <p:spPr>
          <a:xfrm>
            <a:off x="811975" y="539500"/>
            <a:ext cx="761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800" dirty="0">
                <a:latin typeface="+mj-lt"/>
              </a:rPr>
              <a:t>T</a:t>
            </a:r>
            <a:r>
              <a:rPr lang="en" sz="2800" dirty="0">
                <a:latin typeface="+mj-lt"/>
              </a:rPr>
              <a:t>enho proatividade</a:t>
            </a:r>
            <a:endParaRPr sz="2800" dirty="0">
              <a:latin typeface="+mj-lt"/>
            </a:endParaRPr>
          </a:p>
        </p:txBody>
      </p:sp>
      <p:sp>
        <p:nvSpPr>
          <p:cNvPr id="159" name="Google Shape;159;p31"/>
          <p:cNvSpPr txBox="1">
            <a:spLocks noGrp="1"/>
          </p:cNvSpPr>
          <p:nvPr>
            <p:ph type="subTitle" idx="1"/>
          </p:nvPr>
        </p:nvSpPr>
        <p:spPr>
          <a:xfrm>
            <a:off x="325035" y="1475100"/>
            <a:ext cx="3501900" cy="21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latin typeface="+mn-lt"/>
              </a:rPr>
              <a:t>Gosto muito de tomar iniciativa em trabalhos, em trabalhos de escola quase sempre eu era o que tomar a iniciativa para faze-lo.</a:t>
            </a:r>
            <a:endParaRPr sz="2000" dirty="0">
              <a:latin typeface="+mn-lt"/>
            </a:endParaRPr>
          </a:p>
        </p:txBody>
      </p:sp>
      <p:pic>
        <p:nvPicPr>
          <p:cNvPr id="5" name="Espaço Reservado para Imagem 4">
            <a:extLst>
              <a:ext uri="{FF2B5EF4-FFF2-40B4-BE49-F238E27FC236}">
                <a16:creationId xmlns:a16="http://schemas.microsoft.com/office/drawing/2014/main" id="{7677A482-DC70-57B4-DD06-174A9E5A4F59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7301" b="7301"/>
          <a:stretch>
            <a:fillRect/>
          </a:stretch>
        </p:blipFill>
        <p:spPr>
          <a:xfrm>
            <a:off x="6206824" y="2401250"/>
            <a:ext cx="2431519" cy="2076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>
            <a:spLocks noGrp="1"/>
          </p:cNvSpPr>
          <p:nvPr>
            <p:ph type="title" idx="2"/>
          </p:nvPr>
        </p:nvSpPr>
        <p:spPr>
          <a:xfrm>
            <a:off x="713224" y="499724"/>
            <a:ext cx="6884197" cy="12500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chemeClr val="accent6"/>
                </a:solidFill>
              </a:rPr>
              <a:t>Gosto muito de trabalhar em equipe </a:t>
            </a:r>
            <a:endParaRPr dirty="0">
              <a:solidFill>
                <a:schemeClr val="accent6"/>
              </a:solidFill>
            </a:endParaRPr>
          </a:p>
        </p:txBody>
      </p:sp>
      <p:cxnSp>
        <p:nvCxnSpPr>
          <p:cNvPr id="167" name="Google Shape;167;p32"/>
          <p:cNvCxnSpPr/>
          <p:nvPr/>
        </p:nvCxnSpPr>
        <p:spPr>
          <a:xfrm>
            <a:off x="449250" y="5021400"/>
            <a:ext cx="82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7626A12A-7C39-8E92-D1C2-590B80703CED}"/>
              </a:ext>
            </a:extLst>
          </p:cNvPr>
          <p:cNvSpPr txBox="1"/>
          <p:nvPr/>
        </p:nvSpPr>
        <p:spPr>
          <a:xfrm>
            <a:off x="620888" y="1887414"/>
            <a:ext cx="4368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6"/>
                </a:solidFill>
              </a:rPr>
              <a:t>Valorizo a colaboração e sei trabalhar bem com outras pessoas para alcançar objetivos em comum.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E136107-7663-91B2-34B0-57F9C09D8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45" y="2744744"/>
            <a:ext cx="3734455" cy="20912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94919A1-D06C-DD35-AE53-B53805323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400" y="1928698"/>
            <a:ext cx="3965390" cy="2643593"/>
          </a:xfrm>
          <a:prstGeom prst="rect">
            <a:avLst/>
          </a:prstGeom>
        </p:spPr>
      </p:pic>
      <p:sp>
        <p:nvSpPr>
          <p:cNvPr id="172" name="Google Shape;172;p33"/>
          <p:cNvSpPr txBox="1">
            <a:spLocks noGrp="1"/>
          </p:cNvSpPr>
          <p:nvPr>
            <p:ph type="title"/>
          </p:nvPr>
        </p:nvSpPr>
        <p:spPr>
          <a:xfrm>
            <a:off x="141790" y="218942"/>
            <a:ext cx="7618500" cy="11131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2400" dirty="0"/>
              <a:t>Raciocínio lógico</a:t>
            </a:r>
            <a:endParaRPr sz="2400" dirty="0"/>
          </a:p>
        </p:txBody>
      </p:sp>
      <p:sp>
        <p:nvSpPr>
          <p:cNvPr id="173" name="Google Shape;173;p33"/>
          <p:cNvSpPr txBox="1">
            <a:spLocks noGrp="1"/>
          </p:cNvSpPr>
          <p:nvPr>
            <p:ph type="body" idx="1"/>
          </p:nvPr>
        </p:nvSpPr>
        <p:spPr>
          <a:xfrm>
            <a:off x="141790" y="953548"/>
            <a:ext cx="5196300" cy="19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pt-BR" sz="2800" dirty="0"/>
              <a:t>Tenho facilidade em analisar situações e encontrar soluções de forma lógica e estruturada.</a:t>
            </a:r>
            <a:endParaRPr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04A3B-EA5D-5291-4C0A-BCC7D9F3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26AFFC0-3C4C-D9E0-8DCA-CFA0883FC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6652478"/>
      </p:ext>
    </p:extLst>
  </p:cSld>
  <p:clrMapOvr>
    <a:masterClrMapping/>
  </p:clrMapOvr>
</p:sld>
</file>

<file path=ppt/theme/theme1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</Words>
  <Application>Microsoft Office PowerPoint</Application>
  <PresentationFormat>Apresentação na tela (16:9)</PresentationFormat>
  <Paragraphs>12</Paragraphs>
  <Slides>7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Albert Sans</vt:lpstr>
      <vt:lpstr>Arial</vt:lpstr>
      <vt:lpstr>Syne</vt:lpstr>
      <vt:lpstr>Syne Medium</vt:lpstr>
      <vt:lpstr>Syne SemiBold</vt:lpstr>
      <vt:lpstr>Tech Startup by Slidesgo</vt:lpstr>
      <vt:lpstr>Minhas habilidades</vt:lpstr>
      <vt:lpstr>Gosto muito de aprender coisas novas  </vt:lpstr>
      <vt:lpstr>Tenho uma boa comunicação </vt:lpstr>
      <vt:lpstr>Tenho proatividade</vt:lpstr>
      <vt:lpstr>Gosto muito de trabalhar em equipe </vt:lpstr>
      <vt:lpstr>Raciocínio lógico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Arthur Sousa</dc:creator>
  <cp:lastModifiedBy>Arthur Sousa</cp:lastModifiedBy>
  <cp:revision>1</cp:revision>
  <dcterms:modified xsi:type="dcterms:W3CDTF">2026-04-09T23:10:58Z</dcterms:modified>
</cp:coreProperties>
</file>